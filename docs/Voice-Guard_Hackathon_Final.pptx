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4114800"/>
            <a:ext cx="8229600" cy="571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Team ID: [Enter ID]</a:t>
            </a:r>
            <a:br/>
            <a:r>
              <a:t>Team Name: [Enter Name]</a:t>
            </a:r>
            <a:br/>
            <a:r>
              <a:t>Team Leader Name: [Enter Leader]</a:t>
            </a:r>
            <a:br/>
            <a:r>
              <a:t>University/Institute/College: [Enter Details]</a:t>
            </a:r>
            <a:br/>
            <a:r>
              <a:t>Theme: Hardware / IoT</a:t>
            </a:r>
            <a:br/>
            <a:r>
              <a:t>P.S Category: Software/Hardware/Both</a:t>
            </a:r>
            <a:br/>
            <a:r>
              <a:t>P.S ID: [Enter PS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Team Leader: [Name] - [Department]</a:t>
            </a:r>
            <a:br/>
            <a:br/>
            <a:r>
              <a:t>Team Member 2: [Name] - [Department]</a:t>
            </a:r>
            <a:br/>
            <a:br/>
            <a:r>
              <a:t>Team Member 3: [Name] - [Department]</a:t>
            </a:r>
            <a:br/>
            <a:br/>
            <a:r>
              <a:t>Team Member 4: [Name] - [Department]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Voice-Guard: Standalone IoT Women's Safety Device</a:t>
            </a:r>
            <a:br/>
            <a:br/>
            <a:r>
              <a:t>• Proposed Solution:</a:t>
            </a:r>
            <a:br/>
            <a:r>
              <a:t>A discreet, wearable device (ESP32 + SIM800L) that sends instant SOS SMS alerts with location directly to guardians via cellular networks, entirely bypassing the need for a smartphone or Wi-Fi.</a:t>
            </a:r>
            <a:br/>
            <a:br/>
            <a:r>
              <a:t>• How it addresses the problem:</a:t>
            </a:r>
            <a:br/>
            <a:r>
              <a:t>In emergencies, unlocking a phone or finding an app is nearly impossible. Voice-Guard provides an immediate 1-button panic response.</a:t>
            </a:r>
            <a:br/>
            <a:br/>
            <a:r>
              <a:t>• Innovation &amp; Uniqueness:</a:t>
            </a:r>
            <a:br/>
            <a:r>
              <a:t>100% Offline operation. Configured securely via a Web-USB app. Includes an Android Guardian App that intercepts the SMS to override silent mode and sound a siren.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Technologies Used:</a:t>
            </a:r>
            <a:br/>
            <a:r>
              <a:t>• Hardware: ESP32 Microcontroller, SIM800L Module, Li-Po Battery, TP4056.</a:t>
            </a:r>
            <a:br/>
            <a:r>
              <a:t>• Software: C++ Firmware, Web Serial API (Configurator), React Native/Expo (Android App).</a:t>
            </a:r>
            <a:br/>
            <a:br/>
            <a:r>
              <a:t>Methodology (Flow):</a:t>
            </a:r>
            <a:br/>
            <a:r>
              <a:t>1. Setup: User plugs device into PC -&gt; Web App pairs via USB -&gt; Contacts flashed to NVS memory.</a:t>
            </a:r>
            <a:br/>
            <a:r>
              <a:t>2. Trigger: SOS Button pressed -&gt; ESP32 wakes -&gt; SIM800L dispatches SMS via cell tower.</a:t>
            </a:r>
            <a:br/>
            <a:r>
              <a:t>3. Action: Guardian App receives SMS -&gt; Bypasses silent mode -&gt; Maps live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• Feasibility:</a:t>
            </a:r>
            <a:br/>
            <a:r>
              <a:t>Highly feasible. The core components (ESP32 and SIM800L) are inexpensive and mass-produced. Standard 2G/4G networks provide ubiquitous global coverage for SMS.</a:t>
            </a:r>
            <a:br/>
            <a:br/>
            <a:r>
              <a:t>• Potential Challenges &amp; Risks:</a:t>
            </a:r>
            <a:br/>
            <a:r>
              <a:t>1. Cellular dead zones (basements).</a:t>
            </a:r>
            <a:br/>
            <a:r>
              <a:t>2. Battery degradation over time.</a:t>
            </a:r>
            <a:br/>
            <a:br/>
            <a:r>
              <a:t>• Mitigation Strategies:</a:t>
            </a:r>
            <a:br/>
            <a:r>
              <a:t>Implemented an ESP32 deep-sleep mode, extending battery life to weeks on a single charge. Added a localized loud buzzer to act as a physical deterrent if SMS fails to send.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• Potential Impact on Target Audience:</a:t>
            </a:r>
            <a:br/>
            <a:r>
              <a:t>Provides immediate peace of mind for women traveling alone, night-shift workers, and students. Dramatically reduces response times during critical incidents.</a:t>
            </a:r>
            <a:br/>
            <a:br/>
            <a:r>
              <a:t>• Benefits of the Solution:</a:t>
            </a:r>
            <a:br/>
            <a:r>
              <a:t>1. Social: Empowers users with a reliable safety net, discouraging predatory behavior.</a:t>
            </a:r>
            <a:br/>
            <a:r>
              <a:t>2. Economic: Designed for affordability (~₹650 per unit in bulk), making life-saving tech accessible across all income demographics.</a:t>
            </a:r>
            <a:br/>
            <a:r>
              <a:t>3. Technological: Bridges the gap between raw hardware and consumer-friendly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